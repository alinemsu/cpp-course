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6" r:id="rId2"/>
    <p:sldId id="295" r:id="rId3"/>
    <p:sldId id="297" r:id="rId4"/>
    <p:sldId id="298" r:id="rId5"/>
    <p:sldId id="299" r:id="rId6"/>
    <p:sldId id="300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9B0D-4DBF-9C5C-8B2A-6D300C6A4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3DCA8-88EE-7F59-C258-718B5FCA0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B292-68CD-E3A4-8BAE-EF55B833B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F3C0C-C4ED-C7CF-01EA-0D637884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7A211-96E2-F9A1-6CFB-77319F5D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8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8908-223A-38D1-C9E7-19560E6BB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D10D8-5F00-E428-0AF2-485E03F55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2A37-4467-3C6F-3945-D6C955B9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76149-D00E-038D-A163-2E904A0B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733AE-AB0D-EC30-E4AA-1D22EB3C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7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6D67-ADF3-4D71-DDFE-C5BF9FE9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BB808-DF3E-23BC-7D8F-7668219A6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F5E6E-2995-3044-7021-48112546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7FD5B-0E06-7C84-D515-E842891C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9EE37-1F5C-DBC7-7B79-34636B34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8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DF2A-1509-0A62-626F-8CFC66E40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8D67C-9933-496D-4C77-795365FEA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EDA6E-7A53-E0E0-3BFE-FA8D61512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10822-FE96-64AD-3E74-B43DC93D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E0C54-5E39-DCAC-843B-81B909F8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715EB-EE30-D4C8-4831-377B7628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1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6070D-D92C-08F0-2470-7E8A78B6D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D7F69-E832-9168-8F8D-8A550B9DB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DE06-FB3D-0F7F-D7DF-568B9C81D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604E6-1774-7562-C9A8-885F2F704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30E88-B758-DB37-D59B-4E0A18A0E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45F8A-2666-0ED2-777C-AEBB060F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5B861-C9CC-0863-C9D5-F2192118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DE864-74DF-CD50-2ACF-631172DF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6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40AA-1292-32E3-D2D5-85C3BE0D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AF6D0-FC7D-9D45-D341-9B58A5D2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4D66B-C196-F9CD-7AB2-2781634A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8F506-F816-5153-BADE-BB21294E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5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CC2B0-DB8D-640F-4FE0-52997AB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C76B2-4614-5CEC-94AA-40D48FBB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B2F93-47E2-B663-6AAF-71F67B9D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9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CD9D-CDE0-B9C4-05A7-CCB57089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839D-4BFB-0B6D-1704-E287DC8AC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2996-396C-7EA0-CCB3-DD23F6918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2BC1D-F865-1B05-3943-C799C23A0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92DE4-FD78-6121-137F-DCA75D18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7BF70-ECEE-13F3-26C5-6F17BC2C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DA05-1B18-2016-60DB-31DF7505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5A1F9-3EC9-D810-A7F9-CBBE217FC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3ED24-3F9C-CF54-205F-02AC3A42C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F8E77-228F-CC5E-A6DA-FBAFF365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63CF8-6342-B19E-81CB-8FB0BA7C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2972F-894A-94B4-F7C8-CAC47FAF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4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AED2-976E-B476-16AF-872C3CCC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CAA4E-4901-C62E-E0F8-231CCB60A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06AE6-1B4B-3106-F361-95FFEF9E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0CF19-6AB1-D80D-488C-794E5FA6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44F8D-218D-2ADB-6C97-3D5587EC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0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7B079-FD92-7381-9C5F-87ECBDBA1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E79BB-E3B8-5283-4AB2-FDB5221A4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EF7F-5989-B6EC-59F0-3F6F9766E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CDF76-BF3A-B7F9-70CE-75A5EAA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13C16-39C5-C2CF-9B2B-CF05DAE1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5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B5E2F-B62A-7695-430E-058AC749E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1929B-81BD-814B-86A6-72A5F8D98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B0A6B-0A63-8AB0-D998-2EDD0A454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F8152-5F87-CF42-8080-2C4092CF4A28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69BE1-CA81-64F4-E663-EE2065E1B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9CE9C-19DE-5BF6-922C-9016DCD0D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67F71-76C6-E140-A406-5A4A98E48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3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st.org/do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0707-A0AA-B8D8-5D1F-7D177211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D661-83C6-7A79-7D46-D28B8F7F30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96D24-A2F5-8116-8479-B5200AB93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en-US" dirty="0"/>
              <a:t>Boost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06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9C-0F5B-A2A5-09C0-42FD4B35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4E70-A884-212E-3BFF-CD829F2E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4B34E1-2149-64F0-2767-8A5BD5BAD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Boost C++ Libraries — </a:t>
            </a:r>
            <a:r>
              <a:rPr lang="ru-RU" dirty="0"/>
              <a:t>это набор более чем 160 библиотек, разрабатываемых сообществом экспертов в области </a:t>
            </a:r>
            <a:r>
              <a:rPr lang="en-US" dirty="0"/>
              <a:t>C++. </a:t>
            </a:r>
            <a:r>
              <a:rPr lang="ru-RU" dirty="0"/>
              <a:t>Основная цель </a:t>
            </a:r>
            <a:r>
              <a:rPr lang="en-US" dirty="0"/>
              <a:t>Boost — </a:t>
            </a:r>
            <a:r>
              <a:rPr lang="ru-RU" dirty="0"/>
              <a:t>предоставлять хорошо спроектированные, протестированные и документированные компоненты, многие из которых со временем становятся частью стандарта </a:t>
            </a:r>
            <a:r>
              <a:rPr lang="en-US" dirty="0"/>
              <a:t>C++.</a:t>
            </a:r>
          </a:p>
          <a:p>
            <a:pPr marL="0" indent="0">
              <a:buNone/>
            </a:pPr>
            <a:r>
              <a:rPr lang="ru-RU" dirty="0"/>
              <a:t>Проект </a:t>
            </a:r>
            <a:r>
              <a:rPr lang="en-US" dirty="0"/>
              <a:t>Boost </a:t>
            </a:r>
            <a:r>
              <a:rPr lang="ru-RU" dirty="0"/>
              <a:t>является некоммерческим, открытым и поддерживается международным сообществом разработчиков.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Документация: </a:t>
            </a:r>
            <a:r>
              <a:rPr lang="en-US" dirty="0">
                <a:hlinkClick r:id="rId2"/>
              </a:rPr>
              <a:t>https://www.boost.org/doc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4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B199-FFC6-13C4-76B7-BA5DFFF5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73DC-F92F-2FDA-5604-F0785720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F0909E-C9D9-95B0-FA8B-F5CB16BA9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Boost </a:t>
            </a:r>
            <a:r>
              <a:rPr lang="ru-RU" dirty="0"/>
              <a:t>был основан в 1998 году Бьярном Страуструпом и рядом ведущих разработчиков </a:t>
            </a:r>
            <a:r>
              <a:rPr lang="en-US" dirty="0"/>
              <a:t>C++ </a:t>
            </a:r>
            <a:r>
              <a:rPr lang="ru-RU" dirty="0"/>
              <a:t>как экспериментальная площадка для будущих стандартных библиотек.</a:t>
            </a:r>
          </a:p>
          <a:p>
            <a:pPr marL="0" indent="0">
              <a:buNone/>
            </a:pPr>
            <a:r>
              <a:rPr lang="ru-RU" dirty="0"/>
              <a:t>Исторически </a:t>
            </a:r>
            <a:r>
              <a:rPr lang="en-US" dirty="0"/>
              <a:t>Boost </a:t>
            </a:r>
            <a:r>
              <a:rPr lang="ru-RU" dirty="0"/>
              <a:t>играет ключевую роль в развитии языка:</a:t>
            </a:r>
          </a:p>
          <a:p>
            <a:pPr lvl="1"/>
            <a:r>
              <a:rPr lang="ru-RU" dirty="0"/>
              <a:t>многие компоненты </a:t>
            </a:r>
            <a:r>
              <a:rPr lang="en-US" dirty="0"/>
              <a:t>Boost </a:t>
            </a:r>
            <a:r>
              <a:rPr lang="ru-RU" dirty="0"/>
              <a:t>были включены в стандарт </a:t>
            </a:r>
            <a:r>
              <a:rPr lang="en-US" dirty="0"/>
              <a:t>C++ (C++11, C++14, C++17 </a:t>
            </a:r>
            <a:r>
              <a:rPr lang="ru-RU" dirty="0"/>
              <a:t>и далее)</a:t>
            </a:r>
          </a:p>
          <a:p>
            <a:pPr lvl="1"/>
            <a:r>
              <a:rPr lang="en-US" dirty="0"/>
              <a:t>Boost </a:t>
            </a:r>
            <a:r>
              <a:rPr lang="ru-RU" dirty="0"/>
              <a:t>часто используется как полигон для апробации новых идей, которые ещё не готовы для стандартизации</a:t>
            </a:r>
          </a:p>
          <a:p>
            <a:pPr marL="0" indent="0">
              <a:buNone/>
            </a:pPr>
            <a:r>
              <a:rPr lang="ru-RU" dirty="0"/>
              <a:t>Примеры библиотек, пришедших из </a:t>
            </a:r>
            <a:r>
              <a:rPr lang="en-US" dirty="0"/>
              <a:t>Boost </a:t>
            </a:r>
            <a:r>
              <a:rPr lang="ru-RU" dirty="0"/>
              <a:t>в стандарт: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shared_ptr</a:t>
            </a:r>
            <a:r>
              <a:rPr lang="en-US" dirty="0"/>
              <a:t>, std::</a:t>
            </a:r>
            <a:r>
              <a:rPr lang="en-US" dirty="0" err="1"/>
              <a:t>unique_ptr</a:t>
            </a:r>
            <a:endParaRPr lang="en-US" dirty="0"/>
          </a:p>
          <a:p>
            <a:pPr lvl="1"/>
            <a:r>
              <a:rPr lang="en-US" dirty="0"/>
              <a:t>std::thread, std::mutex</a:t>
            </a:r>
          </a:p>
          <a:p>
            <a:pPr lvl="1"/>
            <a:r>
              <a:rPr lang="en-US" dirty="0"/>
              <a:t>std::filesystem</a:t>
            </a:r>
          </a:p>
          <a:p>
            <a:pPr lvl="1"/>
            <a:r>
              <a:rPr lang="en-US" dirty="0"/>
              <a:t>std::regex</a:t>
            </a:r>
          </a:p>
          <a:p>
            <a:pPr lvl="1"/>
            <a:r>
              <a:rPr lang="en-US" dirty="0"/>
              <a:t>std::optional, std::variant, std::any</a:t>
            </a:r>
          </a:p>
        </p:txBody>
      </p:sp>
    </p:spTree>
    <p:extLst>
      <p:ext uri="{BB962C8B-B14F-4D97-AF65-F5344CB8AC3E}">
        <p14:creationId xmlns:p14="http://schemas.microsoft.com/office/powerpoint/2010/main" val="175960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7206-9FD4-02C5-7E6C-035677BD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73AB-7888-5EB2-A272-08705510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8669EF-F973-B6A8-A2F5-C86E26B3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Boost </a:t>
            </a:r>
            <a:r>
              <a:rPr lang="ru-RU" dirty="0"/>
              <a:t>распространяется под </a:t>
            </a:r>
            <a:r>
              <a:rPr lang="en-US" dirty="0"/>
              <a:t>Boost Software License (BSL), </a:t>
            </a:r>
            <a:r>
              <a:rPr lang="ru-RU" dirty="0"/>
              <a:t>которая:</a:t>
            </a:r>
          </a:p>
          <a:p>
            <a:pPr lvl="1"/>
            <a:r>
              <a:rPr lang="ru-RU" dirty="0"/>
              <a:t>разрешает коммерческое и некоммерческое использование</a:t>
            </a:r>
          </a:p>
          <a:p>
            <a:pPr lvl="1"/>
            <a:r>
              <a:rPr lang="ru-RU" dirty="0"/>
              <a:t>не требует раскрытия исходного кода</a:t>
            </a:r>
          </a:p>
          <a:p>
            <a:pPr lvl="1"/>
            <a:r>
              <a:rPr lang="ru-RU" dirty="0"/>
              <a:t>совместима с большинством лицензий (включая </a:t>
            </a:r>
            <a:r>
              <a:rPr lang="en-US" dirty="0"/>
              <a:t>GPL)</a:t>
            </a:r>
          </a:p>
          <a:p>
            <a:pPr lvl="1"/>
            <a:r>
              <a:rPr lang="ru-RU" dirty="0"/>
              <a:t>минимально ограничивает разработчика</a:t>
            </a:r>
          </a:p>
          <a:p>
            <a:pPr marL="0" indent="0">
              <a:buNone/>
            </a:pPr>
            <a:r>
              <a:rPr lang="ru-RU" dirty="0"/>
              <a:t>Это делает </a:t>
            </a:r>
            <a:r>
              <a:rPr lang="en-US" dirty="0"/>
              <a:t>Boost </a:t>
            </a:r>
            <a:r>
              <a:rPr lang="ru-RU" dirty="0"/>
              <a:t>удобным для использования в промышленной разработке.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99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F54A1-F303-B98B-BEFB-FAB386DD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D9E1-B391-D35B-75AB-0F5A5E46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5CF8F5-3586-A1A7-3688-73AC5AEDC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Работа с памятью и ресурсами</a:t>
            </a:r>
          </a:p>
          <a:p>
            <a:pPr lvl="1"/>
            <a:r>
              <a:rPr lang="en-US" dirty="0" err="1"/>
              <a:t>Boost.SmartPtr</a:t>
            </a:r>
            <a:r>
              <a:rPr lang="ru-RU" dirty="0"/>
              <a:t>, </a:t>
            </a:r>
            <a:r>
              <a:rPr lang="en-US" dirty="0" err="1"/>
              <a:t>Boost.Optional</a:t>
            </a:r>
            <a:r>
              <a:rPr lang="ru-RU" dirty="0"/>
              <a:t>, </a:t>
            </a:r>
            <a:r>
              <a:rPr lang="en-US" dirty="0" err="1"/>
              <a:t>Boost.Any</a:t>
            </a:r>
            <a:r>
              <a:rPr lang="ru-RU" dirty="0"/>
              <a:t>, </a:t>
            </a:r>
            <a:r>
              <a:rPr lang="en-US" dirty="0" err="1"/>
              <a:t>Boost.Variant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Параллелизм и многопоточность</a:t>
            </a:r>
          </a:p>
          <a:p>
            <a:pPr lvl="1"/>
            <a:r>
              <a:rPr lang="en-US" dirty="0" err="1"/>
              <a:t>Boost.Thread</a:t>
            </a:r>
            <a:r>
              <a:rPr lang="ru-RU" dirty="0"/>
              <a:t>, </a:t>
            </a:r>
            <a:r>
              <a:rPr lang="en-US" dirty="0" err="1"/>
              <a:t>Boost.Atomic</a:t>
            </a:r>
            <a:r>
              <a:rPr lang="ru-RU" dirty="0"/>
              <a:t>, </a:t>
            </a:r>
            <a:r>
              <a:rPr lang="en-US" dirty="0" err="1"/>
              <a:t>Boost.Fiber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Контейнеры и алгоритмы</a:t>
            </a:r>
          </a:p>
          <a:p>
            <a:pPr lvl="1"/>
            <a:r>
              <a:rPr lang="en-US" dirty="0" err="1"/>
              <a:t>Boost.Container</a:t>
            </a:r>
            <a:r>
              <a:rPr lang="ru-RU" dirty="0"/>
              <a:t>, </a:t>
            </a:r>
            <a:r>
              <a:rPr lang="en-US" dirty="0" err="1"/>
              <a:t>Boost.Range</a:t>
            </a:r>
            <a:r>
              <a:rPr lang="ru-RU" dirty="0"/>
              <a:t>, </a:t>
            </a:r>
            <a:r>
              <a:rPr lang="en-US" dirty="0" err="1"/>
              <a:t>Boost.MultiIndex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Математика и численные методы</a:t>
            </a:r>
          </a:p>
          <a:p>
            <a:pPr lvl="1"/>
            <a:r>
              <a:rPr lang="en-US" dirty="0" err="1"/>
              <a:t>Boost.Math</a:t>
            </a:r>
            <a:r>
              <a:rPr lang="ru-RU" dirty="0"/>
              <a:t>, </a:t>
            </a:r>
            <a:r>
              <a:rPr lang="en-US" dirty="0" err="1"/>
              <a:t>Boost.Multiprecision</a:t>
            </a:r>
            <a:r>
              <a:rPr lang="ru-RU" dirty="0"/>
              <a:t>, </a:t>
            </a:r>
            <a:r>
              <a:rPr lang="en-US" dirty="0" err="1"/>
              <a:t>Boost.Random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Работа со строками и текстом</a:t>
            </a:r>
          </a:p>
          <a:p>
            <a:pPr lvl="1"/>
            <a:r>
              <a:rPr lang="en-US" dirty="0" err="1"/>
              <a:t>Boost.StringAlgo</a:t>
            </a:r>
            <a:r>
              <a:rPr lang="ru-RU" dirty="0"/>
              <a:t>, </a:t>
            </a:r>
            <a:r>
              <a:rPr lang="en-US" dirty="0" err="1"/>
              <a:t>Boost.Regex</a:t>
            </a:r>
            <a:r>
              <a:rPr lang="ru-RU" dirty="0"/>
              <a:t>, </a:t>
            </a:r>
            <a:r>
              <a:rPr lang="en-US" dirty="0" err="1"/>
              <a:t>Boost.Locale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Асинхронность и ввод-вывод</a:t>
            </a:r>
          </a:p>
          <a:p>
            <a:pPr lvl="1"/>
            <a:r>
              <a:rPr lang="en-US" dirty="0" err="1"/>
              <a:t>Boost.Asio</a:t>
            </a:r>
            <a:r>
              <a:rPr lang="ru-RU" dirty="0"/>
              <a:t>, </a:t>
            </a:r>
            <a:r>
              <a:rPr lang="en-US" dirty="0" err="1"/>
              <a:t>Boost.Beast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Метапрограммирование</a:t>
            </a:r>
            <a:r>
              <a:rPr lang="ru-RU" dirty="0"/>
              <a:t> и шаблоны</a:t>
            </a:r>
          </a:p>
          <a:p>
            <a:pPr lvl="1"/>
            <a:r>
              <a:rPr lang="en-US" dirty="0" err="1"/>
              <a:t>Boost.MPL</a:t>
            </a:r>
            <a:r>
              <a:rPr lang="ru-RU" dirty="0"/>
              <a:t>, </a:t>
            </a:r>
            <a:r>
              <a:rPr lang="en-US" dirty="0" err="1"/>
              <a:t>Boost.Hana</a:t>
            </a:r>
            <a:r>
              <a:rPr lang="ru-RU" dirty="0"/>
              <a:t>, </a:t>
            </a:r>
            <a:r>
              <a:rPr lang="en-US" dirty="0" err="1"/>
              <a:t>Boost.TypeTraits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84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717A-26EF-8DCA-C1F2-B320124A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BB5B-2A5E-10CD-5EDF-3501D936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dynamic_bitset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D4F3F6-0E7C-9466-DD79-48F9FFD5A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805E7-440D-C826-42F5-4BCFE2748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4944"/>
            <a:ext cx="65151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72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50DA-1EF7-A165-60E9-7581861F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68D6-3150-E183-3F32-801F1023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dynamic_bitset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9A59D4-631B-DDFC-77D3-6F2088EA9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6C9849-3917-603C-5BA5-1B1861BC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96344"/>
            <a:ext cx="62484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3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347</Words>
  <Application>Microsoft Macintosh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Проектирование больших систем на С++</vt:lpstr>
      <vt:lpstr>Boost</vt:lpstr>
      <vt:lpstr>Boost</vt:lpstr>
      <vt:lpstr>Boost</vt:lpstr>
      <vt:lpstr>Boost</vt:lpstr>
      <vt:lpstr>dynamic_bitset</vt:lpstr>
      <vt:lpstr>dynamic_bitset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2026-01-24T11:35:58Z</dcterms:created>
  <dcterms:modified xsi:type="dcterms:W3CDTF">2026-01-24T11:37:11Z</dcterms:modified>
</cp:coreProperties>
</file>